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67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2A750E-34B9-B750-35E6-FBF5372A4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D081AB-2CD9-2A98-74C8-A8B11F6F2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8DCBA2-F9FF-B79C-1A48-B03EDF891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DD582A-82D5-0B7F-6A50-B85CD2545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8BEFF7-614C-F924-84E8-60AB8D599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9115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5C340-2487-3FD8-8AD4-7B6D6AF07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B11A88-9442-A7E9-7CC0-AE1778B7A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84D200-0EA5-B19B-BA2D-264BD8E95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9D1D8B-4628-BD84-D49C-A6562B5B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0495C6-18A5-D134-559A-A73C62CFA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09373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C15672-750D-7F5B-C386-CCA959EC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FF4FD8-FD8D-5346-1027-BBF367F94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8F8390-4ACC-0370-DBFA-102F0C391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0B41E9-1FD0-98B7-ECE6-96D29D5C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3F144F-ECE8-9AD2-6951-B17B626B4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71529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BC8EA-EA3E-E148-6D77-4D0DC0C21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B5C726-D7C4-F458-E5FB-2A87FDAA4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D018D0C-4961-133F-0136-625E046F1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851551-3F49-99E2-E23E-DDA4905C7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2D313F-24F6-80A0-8827-140552CD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95D141-A537-BF5B-5FAF-2BE8395E4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8642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6B1E8-1DE1-A2EC-7E9B-37523E00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54AC33-1FEF-7F42-466E-5B7272C24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3E3E88-8D59-E78C-76A1-F362E8387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102472-E11B-D602-A380-095BCA346A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0A5D4FF-CFAE-6301-8488-E7A403CFB4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E94F18A-D17F-30DD-5D25-197469F3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31C489-894C-0FFE-5E8A-56709FEF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106D02-29FF-45FE-84BA-3AD4CF75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69504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086E9-950A-879C-37BC-2B6E86B07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3BE97BB-6FD9-39E9-881A-BBDA3812D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B78756-26D9-6002-F3D4-364D08AC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88258B7-BFA2-697C-06A3-891A62C30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08961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B4FFB9-3D34-E143-8E5A-4A0906A7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B5C08B9-291B-EA30-1CA9-0CF111990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59E8CD-2E35-344E-38FB-9393C3B6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0999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DD3DAD-59DF-A6CE-3371-EAC2C19F0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2A4B54-9673-BFD0-AE3C-537A2FB98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399939-C5B5-1E6B-8E5D-2C4F2B414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3BDCFE-794B-D09A-86BF-E76EE1215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AE9F59-90DB-89C7-9AFD-BF38F9A37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E0A4703-661B-6A7B-09E9-988E98538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06619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99D49-7CAF-AC48-2392-8554A4F2A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A0ECD5-9DD2-7F1C-344F-CEED2CFD4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EBCE2F-C78C-29BE-84A4-B28A9092C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0B3BFD-FD24-851D-47B5-44288ED8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AC3631-CE4C-7D31-39DD-C08D8065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43E086-43CE-747A-ADF0-25998D60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16529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14876-81AD-A2D6-A8D4-1567E1D4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13B8E0-35B6-2785-D0E1-5BD73C306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9E9352-6E75-E98B-9F0B-0D12C4F43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BE3E2F-52BA-6133-7FDD-F20DA03B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C92CFC-F595-3EDF-7508-B4E53F31C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23094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721049-61CA-2A3E-0567-0F8949763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59E8B2-36A8-3B92-2D15-36BB9C3EB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3C5863-06AF-4106-D7F7-B4ADA67BB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86707D-2D46-C049-E53F-ECF8B126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2DC6A1-AB43-0500-0658-A49AC51AE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24766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8A6738-5DE2-C796-52CD-AEFC9EF35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C81051-D396-91A2-4464-3FE154111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060B5B-ADA6-DF31-E414-5B605DD7F6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1FBFD-AD81-4BFF-8D6C-88B0D2112F41}" type="datetimeFigureOut">
              <a:rPr lang="ru-KZ" smtClean="0"/>
              <a:t>18.10.2026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87EA7B-6356-81A0-4584-414A7A8B5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444188-FF0B-92DB-61C8-BB6BD16D7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7B26C-3DC3-4B51-97C6-E79FF0F20E1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349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B7638F-67BA-5F40-A4F9-920DBBFE5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89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5ADD9-6DAD-FFC4-2A35-1397EFA0A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F6E8B4-14D5-C7A3-232C-9F4A1B491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1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18ABE-5FD6-C645-129B-43396592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F18EAF-8BB9-FBA5-352B-F00501955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137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Zhorabek Alimzhan</dc:creator>
  <cp:lastModifiedBy>Zhorabek Alimzhan</cp:lastModifiedBy>
  <cp:revision>2</cp:revision>
  <dcterms:created xsi:type="dcterms:W3CDTF">2026-10-18T09:29:55Z</dcterms:created>
  <dcterms:modified xsi:type="dcterms:W3CDTF">2026-10-18T09:32:38Z</dcterms:modified>
</cp:coreProperties>
</file>