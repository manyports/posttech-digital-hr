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659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08C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97280" y="187452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HR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25146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портал для сотрудника Jańa Post: профиль, заявки, обучение и ответы HR.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хакатона  ·  роли на сервере  ·  1С:ЗУП и Documentolog через порты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 сотрудник ходит по пяти местам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103120" cy="2194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Кадровые данные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3383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и остаток отпуска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34640" y="2011680"/>
            <a:ext cx="2103120" cy="2194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9232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99232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Заявления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999232" y="3383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отпуск и аванс отдельно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20640" y="2011680"/>
            <a:ext cx="2103120" cy="2194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85232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85232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85232" y="3383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видно, где заявка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06640" y="2011680"/>
            <a:ext cx="2103120" cy="2194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71232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571232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571232" y="3383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живёт в другой системе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692640" y="2011680"/>
            <a:ext cx="2103120" cy="2194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7232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57232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 в HR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857232" y="3383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одни и те же разъяснения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вход, один путь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1737360" cy="1371600"/>
          </a:xfrm>
          <a:prstGeom prst="roundRect">
            <a:avLst>
              <a:gd name="adj" fmla="val 6667"/>
            </a:avLst>
          </a:prstGeom>
          <a:solidFill>
            <a:srgbClr val="008C00"/>
          </a:solidFill>
          <a:ln w="12700">
            <a:solidFill>
              <a:srgbClr val="008C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468880" y="2377440"/>
            <a:ext cx="1737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888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89120" y="2377440"/>
            <a:ext cx="1737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377440"/>
            <a:ext cx="1737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2377440"/>
            <a:ext cx="1737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149840" y="2377440"/>
            <a:ext cx="1737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4984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Jana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Уведомление приходит на смену статуса заявки и на назначение или завершение курса.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роли, ограничение на сервере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64592" cy="502920"/>
          </a:xfrm>
          <a:prstGeom prst="roundRect">
            <a:avLst>
              <a:gd name="adj" fmla="val 22222"/>
            </a:avLst>
          </a:prstGeom>
          <a:solidFill>
            <a:srgbClr val="008C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16276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0574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Свои данные, свои заявки, свои курсы. Чужой профиль не открывается.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37560"/>
            <a:ext cx="164592" cy="502920"/>
          </a:xfrm>
          <a:prstGeom prst="roundRect">
            <a:avLst>
              <a:gd name="adj" fmla="val 22222"/>
            </a:avLst>
          </a:prstGeom>
          <a:solidFill>
            <a:srgbClr val="008C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31821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611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прямые подчинённые. Чужую команду и свою заявку согласовать нельзя.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48056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4892040"/>
            <a:ext cx="164592" cy="502920"/>
          </a:xfrm>
          <a:prstGeom prst="roundRect">
            <a:avLst>
              <a:gd name="adj" fmla="val 22222"/>
            </a:avLst>
          </a:prstGeom>
          <a:solidFill>
            <a:srgbClr val="008C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88720" y="47365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166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Вся компания, входящие Al Jana, назначение курсов. Свою заявку не согласует.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работает в прототипе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803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Отпуск и аванс. История, лимит 50% оклада, один аванс в месяц.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89120" y="164592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Jana Academy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8803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Назначенный курс, уроки, прогресс и тест с проходным баллом.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0" y="164592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DF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Jana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8803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только из базы знаний, с источником. Нет ответа — передача в HR.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встанут 1С:ЗУП и Documentolog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Сервисы заявок не знают внешних систем. Они вызывают порты. Сейчас порты закрыты моками.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5875">
            <a:solidFill>
              <a:srgbClr val="008C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75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HrCorePort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1С:ЗУП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23134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отпуска, приказ, аванс в расчёте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5875">
            <a:solidFill>
              <a:srgbClr val="008C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DocumentflowPort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Documentolog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373075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согласования и карточка документа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5875">
            <a:solidFill>
              <a:srgbClr val="DFDF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10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212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или память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514807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5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кадровые поля только для чтения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показать за 6 шагов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1430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Aruzhan входит без пароля и видит профиль, заявки, курс и уведомления.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9659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Подаёт отпуск или аванс и видит статус.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788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Daniyar согласует только свою команду. Alikhan ему недоступен.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611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Aruzhan проходит урок и тест в Jana Academy.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4348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Спрашивает Al Jana про отпуск и получает ответ с источником.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57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5257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5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Спрашивает про опционы: ассистент не выдумывает и передаёт вопрос в HR.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HR</dc:title>
  <dc:subject>Jańa Post hackathon</dc:subject>
  <dc:creator>Digital HR</dc:creator>
  <cp:lastModifiedBy>Digital HR</cp:lastModifiedBy>
  <cp:revision>1</cp:revision>
  <dcterms:created xsi:type="dcterms:W3CDTF">2026-10-17T01:36:20Z</dcterms:created>
  <dcterms:modified xsi:type="dcterms:W3CDTF">2026-10-17T01:36:20Z</dcterms:modified>
</cp:coreProperties>
</file>